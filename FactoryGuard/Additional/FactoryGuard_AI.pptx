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24A4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2926080" cy="2926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ANGELS  •  COHORT 11  •  MID HACKATHON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FactoryGuard AI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Food Safety &amp; Quality Assistant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Babar Usman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90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Haadi Tahir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9743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Asghar Maqbool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Zahra Ashraf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4590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Saira Batool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9743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Adeena Azam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in Food Safety Auditing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28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factories maintain records for temperature, cleaning, hygiene, and HACCP/CCP monitoring.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70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these records manually is time-consuming and can lead to missed deviations.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51129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reviewers may interpret the same records inconsistently.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39826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5254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may provide recommendations that do not match the factory's own SOPs.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2395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93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need traceable evidence behind every important finding.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FactoryGuard AI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FactoryGuard AI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949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assistant for reviewing food safety and quality records.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operational records against the factory's own SOPs and policies.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Retrieval-Augmented Generation (RAG) to retrieve relevant SOP evidence.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structured findings with severity, explanation, and evidence.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corrective-action recommendations and audit reports.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75320" y="237744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50392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30175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Evidence-based analysis instead of AI guessing.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FactoryGuard AI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&amp; Value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Benefits, and How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309360" cy="2834640"/>
        </p:xfrm>
        <a:graphic>
          <a:graphicData uri="http://schemas.openxmlformats.org/drawingml/2006/table">
            <a:tbl>
              <a:tblPr/>
              <a:tblGrid>
                <a:gridCol w="2560320"/>
                <a:gridCol w="3749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/ QC Officers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F6B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review and deviation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Safety Managers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F6B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SOP-linked compliance findings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Supervisors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F6B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corrective 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F6B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view of risks and audit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828800"/>
            <a:ext cx="4206240" cy="4114800"/>
          </a:xfrm>
          <a:prstGeom prst="roundRect">
            <a:avLst>
              <a:gd name="adj" fmla="val 2222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VALUE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0" y="25603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25328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auditing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0" y="33375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33101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consistent review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772400" y="41148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408736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SOP-grounded AI findings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772400" y="48920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48646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FactoryGuard AI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Product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Setup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factory profiles.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8288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2057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93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6974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10896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index factory SOPs.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2784" y="18288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01384" y="2057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0138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26974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Audits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01384" y="310896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different food-safety areas.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34856" y="18288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63456" y="2057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6345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363456" y="26974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Evidence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63456" y="310896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SOP requirements.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074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48640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deviations with severity and supporting evidence.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10712" y="420624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39312" y="4434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3931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3639312" y="5074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Corrective Actions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3639312" y="548640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actions to address identified issues.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2784" y="420624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01384" y="4434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01384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6501384" y="5074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501384" y="548640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structured food-safety audit report.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FactoryGuard AI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FactoryGuard AI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Setup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27248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select the factory profile.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26974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SOPs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3127248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factory's policies and food-safety documents.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2784" y="18288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73952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501384" y="26974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Knowledge Base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01384" y="3127248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extracted, chunked, and indexed in FAISS.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34856" y="18288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36024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363456" y="26974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Audit Area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63456" y="3127248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Temperature, Cleaning, Hygiene, or HACCP/CCP.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343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074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Evidence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504688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relevant XLSX, PDF, or inspection records.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10712" y="420624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611880" y="4343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3639312" y="5074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Analysis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639312" y="5504688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SOP evidence is retrieved and analyzed by the LLM.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72784" y="420624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02809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73952" y="4343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6501384" y="5074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501384" y="5504688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findings, evidence, corrective actions, and reports.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FactoryGuard AI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AI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Evidence-Grounded Decision Making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024A4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554480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SOPs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20574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▾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31136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024A4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231136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 (Extract → Chunk)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7340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024A4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907792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Index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3410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▾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84448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024A4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584448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SOP Retrieval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40873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61104"/>
            <a:ext cx="2148840" cy="530352"/>
          </a:xfrm>
          <a:prstGeom prst="roundRect">
            <a:avLst>
              <a:gd name="adj" fmla="val 13793"/>
            </a:avLst>
          </a:prstGeom>
          <a:solidFill>
            <a:srgbClr val="024A4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261104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 120B via Groq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706624" y="44074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4261104"/>
            <a:ext cx="1097280" cy="530352"/>
          </a:xfrm>
          <a:prstGeom prst="roundRect">
            <a:avLst>
              <a:gd name="adj" fmla="val 13793"/>
            </a:avLst>
          </a:prstGeom>
          <a:solidFill>
            <a:srgbClr val="024A4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62656" y="4261104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Records / Evidence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440180" y="47640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▾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" y="4937760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1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Audit Result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6052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Findings + Severity + Evidence + Corrective Actions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60720" y="1554480"/>
            <a:ext cx="5852160" cy="4572000"/>
          </a:xfrm>
          <a:prstGeom prst="roundRect">
            <a:avLst>
              <a:gd name="adj" fmla="val 2000"/>
            </a:avLst>
          </a:prstGeom>
          <a:solidFill>
            <a:srgbClr val="024A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08076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80760" y="2331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0807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720840" y="22860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factory's own requirements.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80760" y="3246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0807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32004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findings to relevant documents.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080760" y="4160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0807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6720840" y="41148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unsupported AI responses.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080760" y="50749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08076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50292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missing evidence instead of guessing.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FactoryGuard AI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01568" cy="2194560"/>
          </a:xfrm>
          <a:prstGeom prst="roundRect">
            <a:avLst>
              <a:gd name="adj" fmla="val 3333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3152" cy="2194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50592"/>
            <a:ext cx="2944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33088" y="1828800"/>
            <a:ext cx="3401568" cy="2194560"/>
          </a:xfrm>
          <a:prstGeom prst="roundRect">
            <a:avLst>
              <a:gd name="adj" fmla="val 3333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33088" y="1828800"/>
            <a:ext cx="73152" cy="2194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61688" y="201168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61688" y="2450592"/>
            <a:ext cx="2944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 120B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17536" y="1828800"/>
            <a:ext cx="3401568" cy="2194560"/>
          </a:xfrm>
          <a:prstGeom prst="roundRect">
            <a:avLst>
              <a:gd name="adj" fmla="val 3333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17536" y="1828800"/>
            <a:ext cx="73152" cy="2194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46136" y="201168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/ Retrieval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946136" y="2450592"/>
            <a:ext cx="2944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similarity search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SOP documents as the knowledge base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3401568" cy="2194560"/>
          </a:xfrm>
          <a:prstGeom prst="roundRect">
            <a:avLst>
              <a:gd name="adj" fmla="val 3333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97680"/>
            <a:ext cx="73152" cy="2194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48056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919472"/>
            <a:ext cx="2944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for document processing, retrieval, analysis, validation, and reporting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33088" y="4297680"/>
            <a:ext cx="3401568" cy="2194560"/>
          </a:xfrm>
          <a:prstGeom prst="roundRect">
            <a:avLst>
              <a:gd name="adj" fmla="val 3333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33088" y="4297680"/>
            <a:ext cx="73152" cy="2194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61688" y="448056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Security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361688" y="4919472"/>
            <a:ext cx="2944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credentials protected through Streamlit Cloud Secrets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FactoryGuard AI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Modules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Food Safety Checks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116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Audit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readings against configured temperature limits.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out-of-range and incomplete records.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18288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057400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0116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Sanitation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6060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cleaning records and verification.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missing or incomplete information.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97680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251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Hygiene / Inspection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4632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observations against hygiene requirements.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issues such as missing hair restraints or prohibited jewelry.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89320" y="406908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429768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4251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HACCP / CCP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484632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CCP requirements and monitoring evidence.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missing critical-limit or corrective-action information.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FactoryGuard AI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0"/>
            <a:ext cx="4736592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RAG Evidence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Records into Actionable Findings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INCLUDES: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67712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1214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 </a:t>
            </a:r>
            <a:pPr indent="0" marL="0">
              <a:buNone/>
            </a:pPr>
            <a:r>
              <a:rPr lang="en-US" sz="14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Critical, High, Medium, or Low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89504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</a:t>
            </a:r>
            <a:pPr indent="0" marL="0">
              <a:buNone/>
            </a:pPr>
            <a:r>
              <a:rPr lang="en-US" sz="14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11296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33649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 </a:t>
            </a:r>
            <a:pPr indent="0" marL="0">
              <a:buNone/>
            </a:pPr>
            <a:r>
              <a:rPr lang="en-US" sz="14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record/document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133088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9867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SOP:  </a:t>
            </a:r>
            <a:pPr indent="0" marL="0">
              <a:buNone/>
            </a:pPr>
            <a:r>
              <a:rPr lang="en-US" sz="14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factory requirement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460857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buNone/>
            </a:pPr>
            <a:r>
              <a:rPr lang="en-US" sz="14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issue was flagged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376672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5230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  </a:t>
            </a:r>
            <a:pPr indent="0" marL="0">
              <a:buNone/>
            </a:pPr>
            <a:r>
              <a:rPr lang="en-US" sz="14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be done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11430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7160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01000" y="1371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1874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outside allowable range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25146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Cold_Storage_SOP.pdf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0°C–5°C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deviation and document corrective action.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FactoryGuard AI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Actions &amp; Reports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Finding to Resolution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Corrective Actions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67004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practical actions for identified issues.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7490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6758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responsible action, status, and due date.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75488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68172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team to review and track open actions.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82880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4F9F8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Reports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provides: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97180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findings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and status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descriptions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actions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and audit information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720840" y="502920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03720" y="50292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clear and professional food-safety audit record.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FactoryGuard AI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Validation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Trustworthy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91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should be supported by submitted records and relevant SOP evidence.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82880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8932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691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should not invent critical limits or requirements that are not provided.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651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insufficient evidence is clearly reported.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89320" y="278892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8932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651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 incomplete inputs should provide helpful messages instead of crashing.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611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in one audit module should not make the entire application unusable.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89320" y="374904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8932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611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evidence allows users to verify where a finding came from.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1323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892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48920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and evidence-grounded AI auditing.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FactoryGuard AI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024A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FactoryGuard AI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FactoryGuard AI combines: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SOPs + Operational Records + RAG + 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transform manual food-safety review into a structured digital process.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FACTORIES: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compliance issues faster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evidence behind findings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missing information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corrective action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professional audit reports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1783080"/>
            <a:ext cx="4690872" cy="2011680"/>
          </a:xfrm>
          <a:prstGeom prst="roundRect">
            <a:avLst>
              <a:gd name="adj" fmla="val 5455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37744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food safety auditing faster, more consistent, and easier to act on.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4114800"/>
            <a:ext cx="4690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FactoryGuard AI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2026-09-13T17:10:27Z</dcterms:created>
  <dcterms:modified xsi:type="dcterms:W3CDTF">2026-09-13T17:10:27Z</dcterms:modified>
</cp:coreProperties>
</file>